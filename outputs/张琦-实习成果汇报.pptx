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c155b420941c3" /><Relationship Type="http://schemas.openxmlformats.org/officeDocument/2006/relationships/extended-properties" Target="/docProps/app.xml" Id="R34f49cf69ab245ff" /><Relationship Type="http://schemas.openxmlformats.org/officeDocument/2006/relationships/officeDocument" Target="/ppt/presentation.xml" Id="Rb5bb5970ae72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065f9bc7684cbf"/>
  </p:sldMasterIdLst>
  <p:notesMasterIdLst>
    <p:notesMasterId xmlns:r="http://schemas.openxmlformats.org/officeDocument/2006/relationships" r:id="Rf06f4217b3814f18"/>
  </p:notesMasterIdLst>
  <p:sldIdLst>
    <p:sldId xmlns:r="http://schemas.openxmlformats.org/officeDocument/2006/relationships" id="256" r:id="R8f161b784e834694"/>
    <p:sldId xmlns:r="http://schemas.openxmlformats.org/officeDocument/2006/relationships" id="257" r:id="R5ad0473cfe9147f1"/>
    <p:sldId xmlns:r="http://schemas.openxmlformats.org/officeDocument/2006/relationships" id="258" r:id="Rcc936337e37548a6"/>
    <p:sldId xmlns:r="http://schemas.openxmlformats.org/officeDocument/2006/relationships" id="259" r:id="R11005c89674e4474"/>
    <p:sldId xmlns:r="http://schemas.openxmlformats.org/officeDocument/2006/relationships" id="260" r:id="R4c5b5d5063764968"/>
    <p:sldId xmlns:r="http://schemas.openxmlformats.org/officeDocument/2006/relationships" id="261" r:id="R82c99f3b8c9d4be9"/>
    <p:sldId xmlns:r="http://schemas.openxmlformats.org/officeDocument/2006/relationships" id="262" r:id="R5103e3fbdd0e4253"/>
    <p:sldId xmlns:r="http://schemas.openxmlformats.org/officeDocument/2006/relationships" id="263" r:id="Raf42ca469d554d7b"/>
    <p:sldId xmlns:r="http://schemas.openxmlformats.org/officeDocument/2006/relationships" id="264" r:id="R5ab90576b07044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35f36bcc804968" /><Relationship Type="http://schemas.openxmlformats.org/officeDocument/2006/relationships/slideMaster" Target="/ppt/slideMasters/slideMaster1.xml" Id="Rd2065f9bc7684cbf" /><Relationship Type="http://schemas.openxmlformats.org/officeDocument/2006/relationships/notesMaster" Target="/ppt/notesMasters/notesMaster1.xml" Id="Rf06f4217b3814f18" /><Relationship Type="http://schemas.openxmlformats.org/officeDocument/2006/relationships/presProps" Target="/ppt/presProps.xml" Id="Rcb5004030ccb460a" /><Relationship Type="http://schemas.openxmlformats.org/officeDocument/2006/relationships/tableStyles" Target="/ppt/tableStyles.xml" Id="R39c010f745c5449f" /><Relationship Type="http://schemas.openxmlformats.org/officeDocument/2006/relationships/slide" Target="/ppt/slides/slide1.xml" Id="R8f161b784e834694" /><Relationship Type="http://schemas.openxmlformats.org/officeDocument/2006/relationships/slide" Target="/ppt/slides/slide2.xml" Id="R5ad0473cfe9147f1" /><Relationship Type="http://schemas.openxmlformats.org/officeDocument/2006/relationships/slide" Target="/ppt/slides/slide3.xml" Id="Rcc936337e37548a6" /><Relationship Type="http://schemas.openxmlformats.org/officeDocument/2006/relationships/slide" Target="/ppt/slides/slide4.xml" Id="R11005c89674e4474" /><Relationship Type="http://schemas.openxmlformats.org/officeDocument/2006/relationships/slide" Target="/ppt/slides/slide5.xml" Id="R4c5b5d5063764968" /><Relationship Type="http://schemas.openxmlformats.org/officeDocument/2006/relationships/slide" Target="/ppt/slides/slide6.xml" Id="R82c99f3b8c9d4be9" /><Relationship Type="http://schemas.openxmlformats.org/officeDocument/2006/relationships/slide" Target="/ppt/slides/slide7.xml" Id="R5103e3fbdd0e4253" /><Relationship Type="http://schemas.openxmlformats.org/officeDocument/2006/relationships/slide" Target="/ppt/slides/slide8.xml" Id="Raf42ca469d554d7b" /><Relationship Type="http://schemas.openxmlformats.org/officeDocument/2006/relationships/slide" Target="/ppt/slides/slide9.xml" Id="R5ab90576b07044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62950345b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d75418abf458b" /><Relationship Type="http://schemas.openxmlformats.org/officeDocument/2006/relationships/notesMaster" Target="/ppt/notesMasters/notesMaster1.xml" Id="Re5929a820073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95613f77ee4de8" /><Relationship Type="http://schemas.openxmlformats.org/officeDocument/2006/relationships/notesMaster" Target="/ppt/notesMasters/notesMaster1.xml" Id="R299252e82209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322a5fae94e0c" /><Relationship Type="http://schemas.openxmlformats.org/officeDocument/2006/relationships/notesMaster" Target="/ppt/notesMasters/notesMaster1.xml" Id="R3b16337915e1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c4bd9f04034508" /><Relationship Type="http://schemas.openxmlformats.org/officeDocument/2006/relationships/notesMaster" Target="/ppt/notesMasters/notesMaster1.xml" Id="Rd6e75f231a4048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f2f4ffa9a14e57" /><Relationship Type="http://schemas.openxmlformats.org/officeDocument/2006/relationships/notesMaster" Target="/ppt/notesMasters/notesMaster1.xml" Id="R77fd951754dc4e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ea60eee44b44fc" /><Relationship Type="http://schemas.openxmlformats.org/officeDocument/2006/relationships/notesMaster" Target="/ppt/notesMasters/notesMaster1.xml" Id="Rda716a52b13a43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c0820be4294c75" /><Relationship Type="http://schemas.openxmlformats.org/officeDocument/2006/relationships/notesMaster" Target="/ppt/notesMasters/notesMaster1.xml" Id="Rb441452ef58047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c16f73ede5438f" /><Relationship Type="http://schemas.openxmlformats.org/officeDocument/2006/relationships/notesMaster" Target="/ppt/notesMasters/notesMaster1.xml" Id="R1915e4a697b145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851a11f60e4945" /><Relationship Type="http://schemas.openxmlformats.org/officeDocument/2006/relationships/notesMaster" Target="/ppt/notesMasters/notesMaster1.xml" Id="R6d20f182249e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【开场｜建议 0.35 分钟】</a:t>
            </a:r>
          </a:p>
          <a:p xmlns:a="http://schemas.openxmlformats.org/drawingml/2006/main">
            <a:r>
              <a:t>各位领导、老师好，我是张琦，来自苏州大学计算机科学与技术专业。</a:t>
            </a:r>
          </a:p>
          <a:p xmlns:a="http://schemas.openxmlformats.org/drawingml/2006/main">
            <a:r>
              <a:t>这次汇报围绕一条主线展开：从流程平台底座，到 Agent 生成与业务落地闭环。</a:t>
            </a:r>
          </a:p>
          <a:p xmlns:a="http://schemas.openxmlformats.org/drawingml/2006/main">
            <a:r>
              <a:t>重点讲 Agent Web，Platform 与 Business Base 作为支撑链路补充。</a:t>
            </a:r>
          </a:p>
          <a:p xmlns:a="http://schemas.openxmlformats.org/drawingml/2006/main">
            <a:r>
              <a:t>转场：先用一页说明我的个人背景和实习定位。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author: zhangqi@test.com</a:t>
            </a:r>
          </a:p>
          <a:p xmlns:a="http://schemas.openxmlformats.org/drawingml/2006/main">
            <a:r>
              <a:t>- Repository: flow-mind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【个人与定位｜建议 0.65 分钟】</a:t>
            </a:r>
          </a:p>
          <a:p xmlns:a="http://schemas.openxmlformats.org/drawingml/2006/main">
            <a:r>
              <a:t>我今年 24 岁，专业背景是计算机科学与技术。</a:t>
            </a:r>
          </a:p>
          <a:p xmlns:a="http://schemas.openxmlformats.org/drawingml/2006/main">
            <a:r>
              <a:t>实习前期参与 Platform 运行时建设，后半程重点投入 Agent Web，并持续参与 Business Base。</a:t>
            </a:r>
          </a:p>
          <a:p xmlns:a="http://schemas.openxmlformats.org/drawingml/2006/main">
            <a:r>
              <a:t>我的关注点不是模型一次生成了多少代码，而是结果能否确认、验证、修复并安全进入业务系统。</a:t>
            </a:r>
          </a:p>
          <a:p xmlns:a="http://schemas.openxmlformats.org/drawingml/2006/main">
            <a:r>
              <a:t>因此后续内容会用约七成时间讲 Agent Web，三成时间讲平台与业务底座。</a:t>
            </a:r>
          </a:p>
          <a:p xmlns:a="http://schemas.openxmlformats.org/drawingml/2006/main">
            <a:r>
              <a:t>转场：接下来先沿 Git 时间线回看这条工作主线是如何逐步形成的。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history filtered by zhangqi@test.com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【工作轨迹｜建议 0.75 分钟】</a:t>
            </a:r>
          </a:p>
          <a:p xmlns:a="http://schemas.openxmlformats.org/drawingml/2006/main">
            <a:r>
              <a:t>按邮箱 zhangqi@test.com 统计，共有 171 次署名提交，其中 142 次为非合并提交，覆盖 29 个活跃日。</a:t>
            </a:r>
          </a:p>
          <a:p xmlns:a="http://schemas.openxmlformats.org/drawingml/2006/main">
            <a:r>
              <a:t>前半段集中在 Platform 运行时，从契约、节点推进逐步完善到附件和会签。</a:t>
            </a:r>
          </a:p>
          <a:p xmlns:a="http://schemas.openxmlformats.org/drawingml/2006/main">
            <a:r>
              <a:t>随后工作重心转向 Agent Web，从 M0-M2 骨架到质量门禁与三轮修复。</a:t>
            </a:r>
          </a:p>
          <a:p xmlns:a="http://schemas.openxmlformats.org/drawingml/2006/main">
            <a:r>
              <a:t>最后把动态数据、业务入口和复杂金标样例串成跨模块闭环。</a:t>
            </a:r>
          </a:p>
          <a:p xmlns:a="http://schemas.openxmlformats.org/drawingml/2006/main">
            <a:r>
              <a:t>转场：这段演进最终沉淀成一套明确分工的 Agent Web 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rev-list --all --author=zhangqi@test.com --count</a:t>
            </a:r>
          </a:p>
          <a:p xmlns:a="http://schemas.openxmlformats.org/drawingml/2006/main">
            <a:r>
              <a:t>- git rev-list --all --author=zhangqi@test.com --no-merges --count</a:t>
            </a:r>
          </a:p>
          <a:p xmlns:a="http://schemas.openxmlformats.org/drawingml/2006/main">
            <a:r>
              <a:t>- ad33fb5, f745a6d, 7c998cf, ef3f0d0, e7b1e9a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【Agent Web｜70%｜建议 1.15 分钟】</a:t>
            </a:r>
          </a:p>
          <a:p xmlns:a="http://schemas.openxmlformats.org/drawingml/2006/main">
            <a:r>
              <a:t>前端工作台负责对话、需求与流程预览、代码 Diff 和质量报告，让关键中间结果对人可见。</a:t>
            </a:r>
          </a:p>
          <a:p xmlns:a="http://schemas.openxmlformats.org/drawingml/2006/main">
            <a:r>
              <a:t>编排层用显式状态机协调 Requirement、Generator、Reviewer 和 Repair Session。</a:t>
            </a:r>
          </a:p>
          <a:p xmlns:a="http://schemas.openxmlformats.org/drawingml/2006/main">
            <a:r>
              <a:t>确定性服务负责幂等、状态、外部写入和失败恢复，模型不直接控制真实业务状态。</a:t>
            </a:r>
          </a:p>
          <a:p xmlns:a="http://schemas.openxmlformats.org/drawingml/2006/main">
            <a:r>
              <a:t>三道门禁分别确认需求、流程和代码产物，避免错误从一个阶段直接穿透到下一个阶段。</a:t>
            </a:r>
          </a:p>
          <a:p xmlns:a="http://schemas.openxmlformats.org/drawingml/2006/main">
            <a:r>
              <a:t>转场：职责边界解决了谁来做决定，下一页继续说明怎样把一次生成变成可交付流水线。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agent-web/backend/src/workflow/workflow.service.ts</a:t>
            </a:r>
          </a:p>
          <a:p xmlns:a="http://schemas.openxmlformats.org/drawingml/2006/main">
            <a:r>
              <a:t>- commits ad33fb5, f745a6d, 12d7ae2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【Agent Web｜70%｜建议 1.25 分钟】</a:t>
            </a:r>
          </a:p>
          <a:p xmlns:a="http://schemas.openxmlformats.org/drawingml/2006/main">
            <a:r>
              <a:t>左侧链路把自然语言需求逐步送达业务入口；右侧质量环依次执行静态边界检查、typecheck、test、build 和 Reviewer。</a:t>
            </a:r>
          </a:p>
          <a:p xmlns:a="http://schemas.openxmlformats.org/drawingml/2006/main">
            <a:r>
              <a:t>普通需求固定生成 5 个文件，动态数据场景增加只读 API 客户端及测试，共 7 个文件。</a:t>
            </a:r>
          </a:p>
          <a:p xmlns:a="http://schemas.openxmlformats.org/drawingml/2006/main">
            <a:r>
              <a:t>诊断会生成稳定标识，每轮 Repair 只处理当前验证结果，并要求报告真实变更。</a:t>
            </a:r>
          </a:p>
          <a:p xmlns:a="http://schemas.openxmlformats.org/drawingml/2006/main">
            <a:r>
              <a:t>自动 Repair 最多三轮；耗尽后停止自动修复，硬门禁失败禁止写入，软门禁需人工复核与受限覆盖。</a:t>
            </a:r>
          </a:p>
          <a:p xmlns:a="http://schemas.openxmlformats.org/drawingml/2006/main">
            <a:r>
              <a:t>无效、协议异常或中断的 Repair 会恢复轮次前快照，避免污染暂存区。</a:t>
            </a:r>
          </a:p>
          <a:p xmlns:a="http://schemas.openxmlformats.org/drawingml/2006/main">
            <a:r>
              <a:t>转场：流水线是否真正有效，需要用足够复杂的金标案例来验证。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commits 7c998cf, ee69a44, 540f684, d813164</a:t>
            </a:r>
          </a:p>
          <a:p xmlns:a="http://schemas.openxmlformats.org/drawingml/2006/main">
            <a:r>
              <a:t>- GenerationTargetContract 2.1 / FRONTEND_ONLY: 12d7ae2</a:t>
            </a:r>
          </a:p>
          <a:p xmlns:a="http://schemas.openxmlformats.org/drawingml/2006/main">
            <a:r>
              <a:t>- 05-end-to-end.png — OpenAI ImageGen 生成的无标签瑞士风格底图</a:t>
            </a:r>
          </a:p>
          <a:p xmlns:a="http://schemas.openxmlformats.org/drawingml/2006/main">
            <a:r>
              <a:t>- 05-quality-loop.png — OpenAI ImageGen 生成的无标签瑞士风格底图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【Agent Web｜70%｜建议 1.1 分钟】</a:t>
            </a:r>
          </a:p>
          <a:p xmlns:a="http://schemas.openxmlformats.org/drawingml/2006/main">
            <a:r>
              <a:t>金标案例选择了仓单、国债质押与解质押申请，而不是简单静态表单。</a:t>
            </a:r>
          </a:p>
          <a:p xmlns:a="http://schemas.openxmlformats.org/drawingml/2006/main">
            <a:r>
              <a:t>它覆盖 13 个节点、15 条连线、13 个字段、2 组附件和 6 类角色。</a:t>
            </a:r>
          </a:p>
          <a:p xmlns:a="http://schemas.openxmlformats.org/drawingml/2006/main">
            <a:r>
              <a:t>同时包含 5 条业务规则、4 项资金核查，以及账户、交易所、交易编码和品种等动态数据。</a:t>
            </a:r>
          </a:p>
          <a:p xmlns:a="http://schemas.openxmlformats.org/drawingml/2006/main">
            <a:r>
              <a:t>这个案例把流程定义、页面生成、质量验证、业务入口和样例发起链路放到同一套验收里。</a:t>
            </a:r>
          </a:p>
          <a:p xmlns:a="http://schemas.openxmlformats.org/drawingml/2006/main">
            <a:r>
              <a:t>转场：Agent 产物能够落地，还依赖 Platform 和 Business Base 提供可靠运行与业务承接。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e7b1e9a</a:t>
            </a:r>
          </a:p>
          <a:p xmlns:a="http://schemas.openxmlformats.org/drawingml/2006/main">
            <a:r>
              <a:t>- outputs/仓单国债解质押流程定义.json</a:t>
            </a:r>
          </a:p>
          <a:p xmlns:a="http://schemas.openxmlformats.org/drawingml/2006/main">
            <a:r>
              <a:t>- business-base/frontend/src/modules/generated/sample</a:t>
            </a:r>
          </a:p>
          <a:p xmlns:a="http://schemas.openxmlformats.org/drawingml/2006/main">
            <a:r>
              <a:t>- scripts/provision-sample-workflow.mjs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【Platform + Business Base｜30%｜建议 1.5 分钟】</a:t>
            </a:r>
          </a:p>
          <a:p xmlns:a="http://schemas.openxmlformats.org/drawingml/2006/main">
            <a:r>
              <a:t>Platform 侧持续完善运行时主线：从幂等与节点推进，到事务编排、Outbox 接入、附件和会签。</a:t>
            </a:r>
          </a:p>
          <a:p xmlns:a="http://schemas.openxmlformats.org/drawingml/2006/main">
            <a:r>
              <a:t>Business Base 侧重点完成业务大厅后端支撑、入口配置、可信身份、通用发起和动态参考数据，并与团队前端联调。</a:t>
            </a:r>
          </a:p>
          <a:p xmlns:a="http://schemas.openxmlformats.org/drawingml/2006/main">
            <a:r>
              <a:t>Agent 写入代码后自动登记业务入口；入口失败只重试配置，不重复写文件。</a:t>
            </a:r>
          </a:p>
          <a:p xmlns:a="http://schemas.openxmlformats.org/drawingml/2006/main">
            <a:r>
              <a:t>最终形成生成、配置、发起、执行和知会反馈的完整链路。</a:t>
            </a:r>
          </a:p>
          <a:p xmlns:a="http://schemas.openxmlformats.org/drawingml/2006/main">
            <a:r>
              <a:t>转场：完成这条链路后，我最大的成长不只是技术栈变宽，而是工程判断发生了变化。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Platform: 6302bb7, c471a1b, 9c256cc, 5b53c75, a05d69a</a:t>
            </a:r>
          </a:p>
          <a:p xmlns:a="http://schemas.openxmlformats.org/drawingml/2006/main">
            <a:r>
              <a:t>- Business Base: 02fe89f, b7fb91b, 9415704, ef3f0d0, 364667a</a:t>
            </a:r>
          </a:p>
          <a:p xmlns:a="http://schemas.openxmlformats.org/drawingml/2006/main">
            <a:r>
              <a:t>- Agent entry registration: 573aae2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【成长与思考｜建议 1.25 分钟】</a:t>
            </a:r>
          </a:p>
          <a:p xmlns:a="http://schemas.openxmlformats.org/drawingml/2006/main">
            <a:r>
              <a:t>技术上，我从 Java 流程运行时扩展到 Vue、NestJS、SSE、SQLite 和 Agent 工程。</a:t>
            </a:r>
          </a:p>
          <a:p xmlns:a="http://schemas.openxmlformats.org/drawingml/2006/main">
            <a:r>
              <a:t>更重要的是判断标准变化了：不只问功能能否跑，还要问边界是否明确、失败是否可恢复、证据是否可追溯。</a:t>
            </a:r>
          </a:p>
          <a:p xmlns:a="http://schemas.openxmlformats.org/drawingml/2006/main">
            <a:r>
              <a:t>价值输出集中在把模型不确定性放进契约、门禁、验证和回归体系中。</a:t>
            </a:r>
          </a:p>
          <a:p xmlns:a="http://schemas.openxmlformats.org/drawingml/2006/main">
            <a:r>
              <a:t>在现有闭环基础上，后续可继续沉淀金标回归集、质量指标和全链路可观测性。</a:t>
            </a:r>
          </a:p>
          <a:p xmlns:a="http://schemas.openxmlformats.org/drawingml/2006/main">
            <a:r>
              <a:t>转场：最后用一句话总结我的贡献，并说明后续发展方向。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Cross-module Git history and current source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【收束｜建议 0.8 分钟】</a:t>
            </a:r>
          </a:p>
          <a:p xmlns:a="http://schemas.openxmlformats.org/drawingml/2006/main">
            <a:r>
              <a:t>实习期间，我重点把自然语言需求、流程配置、前端生成、质量验证和业务入口串成闭环。</a:t>
            </a:r>
          </a:p>
          <a:p xmlns:a="http://schemas.openxmlformats.org/drawingml/2006/main">
            <a:r>
              <a:t>过程中形成了对 Agent 工程边界、跨模块协作和复杂业务建模的系统认识。</a:t>
            </a:r>
          </a:p>
          <a:p xmlns:a="http://schemas.openxmlformats.org/drawingml/2006/main">
            <a:r>
              <a:t>秋招阶段我会优先关注 Agent 与 AI 全栈方向，同时保持对具体业务场景和团队需求的开放。</a:t>
            </a:r>
          </a:p>
          <a:p xmlns:a="http://schemas.openxmlformats.org/drawingml/2006/main">
            <a:r>
              <a:t>如果公司后续有相匹配的业务场景与岗位，也期待结合双方发展方向继续沟通。</a:t>
            </a:r>
          </a:p>
          <a:p xmlns:a="http://schemas.openxmlformats.org/drawingml/2006/main">
            <a:r>
              <a:t>转场：汇报结束，进入交流。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repository-backed contributions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0045c9611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e358b61d3e4b96" /><Relationship Type="http://schemas.openxmlformats.org/officeDocument/2006/relationships/slideLayout" Target="/ppt/slideLayouts/slideLayout1.xml" Id="R6d3af5f5894743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af5f5894743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8d9c821404890" /><Relationship Type="http://schemas.openxmlformats.org/officeDocument/2006/relationships/notesSlide" Target="/ppt/notesSlides/notesSlide1.xml" Id="Ra03d0da6adb849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741f9dd924473" /><Relationship Type="http://schemas.openxmlformats.org/officeDocument/2006/relationships/notesSlide" Target="/ppt/notesSlides/notesSlide2.xml" Id="R05ef2d41c1ba46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5e7d46edb4de3" /><Relationship Type="http://schemas.openxmlformats.org/officeDocument/2006/relationships/notesSlide" Target="/ppt/notesSlides/notesSlide3.xml" Id="R696c2d72b4bd47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12d2dcff14f1a" /><Relationship Type="http://schemas.openxmlformats.org/officeDocument/2006/relationships/notesSlide" Target="/ppt/notesSlides/notesSlide4.xml" Id="Raa4440164d0345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e6d620d4443c5" /><Relationship Type="http://schemas.openxmlformats.org/officeDocument/2006/relationships/image" Target="/ppt/media/image.png" Id="Rcdda899ee237410c" /><Relationship Type="http://schemas.openxmlformats.org/officeDocument/2006/relationships/image" Target="/ppt/media/image2.png" Id="R0360e3e08bfc491d" /><Relationship Type="http://schemas.openxmlformats.org/officeDocument/2006/relationships/notesSlide" Target="/ppt/notesSlides/notesSlide5.xml" Id="R3ded48f226ae40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05d4082544b7a" /><Relationship Type="http://schemas.openxmlformats.org/officeDocument/2006/relationships/notesSlide" Target="/ppt/notesSlides/notesSlide6.xml" Id="Rfc272b0b88cc46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0b83614f148a3" /><Relationship Type="http://schemas.openxmlformats.org/officeDocument/2006/relationships/notesSlide" Target="/ppt/notesSlides/notesSlide7.xml" Id="R5f40be08dc8943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35e4fa02d4427" /><Relationship Type="http://schemas.openxmlformats.org/officeDocument/2006/relationships/notesSlide" Target="/ppt/notesSlides/notesSlide8.xml" Id="R08fc2b5cd9bb4f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97dcffee494e" /><Relationship Type="http://schemas.openxmlformats.org/officeDocument/2006/relationships/notesSlide" Target="/ppt/notesSlides/notesSlide9.xml" Id="R228965ab9687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F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46680-C439-4C86-A922-8AB8CABF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BB966-5A55-4AA5-85AE-BE03A16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INTERNSHIP · OUTCOME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F5DA924-1EF4-4767-9697-C8F25BD9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14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1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实习成果汇报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A8FCD-EC47-4C31-A7ED-EA6582BF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从流程底座到 Agent 工程闭环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879BA-623D-4599-BEB7-158E1535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F0CE4-186D-434F-B850-09F60A8C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333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23E07-F9A8-423F-A46B-990326FD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7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张琦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3E204-BF21-4117-AFBD-84D56198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956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24 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苏州大学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计算机科学与技术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A6492-5B96-4DE4-8462-AD1D53B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624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rPr>
              <a:t>2026.07—08</a:t>
            </a:r>
          </a:p>
        </p:txBody>
      </p:sp>
    </p:spTree>
    <p:extLst>
      <p:ext uri="{BB962C8B-B14F-4D97-AF65-F5344CB8AC3E}">
        <p14:creationId xmlns:p14="http://schemas.microsoft.com/office/powerpoint/2010/main" val="2099069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68B11-919A-4CA8-A978-D5700353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7DFA2-417F-4A97-B895-F32D0E15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个人与定位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0DE6F-7C12-4A51-A106-3C02C8CF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47E48-3F12-4416-ABC5-DAD3E15A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9C64DBA-18B2-49E7-9697-1E25C159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我的实习主线，是把 Agent 生成做成工程闭环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66387-7CEA-4523-B396-5E667F0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0" b="0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900" b="0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B38D8-313C-4144-BC9D-B8F8719E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765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539C8-E53E-49DC-981E-B20EDFA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318DD-46F5-49AF-BF2D-26990C2E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苏州大学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5B7B2-E556-4B5E-BCCC-9DCAFFA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计算机科学与技术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78429-5779-4D99-94FF-782911E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571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07FEF-3CB1-498D-84BE-5F76D704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后半程重点投入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0E9AD-CDA6-4C9A-BE02-AD6DFA7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Agent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39F02-1F82-45A2-9BAD-60F3A991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让生成结果可确认、可验证、可修复，并安全进入业务系统。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9DB79-A0A5-4F3F-B395-9A1F70DB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48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汇报重心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CFDD7-A413-4E36-A91F-6B47CCB9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0FC2C-8C5F-4764-9153-498F850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EAFFD-7BAD-462F-AF99-BFA5386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394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70%  AGENT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07C74-4BF4-48E4-A6D6-B85F09A9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338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30%  底座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0E3CB-A9C1-4A77-BBC9-CCF6C9F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615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前期参与 Platform 运行时，并持续参与 Business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88867-59F8-4C26-AD0B-A618A7A6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0047A-A996-4E4A-8283-4C6BD877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张琦 · 2026.07—08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93529-EF5E-4464-97E0-AD92C37E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个人与定位</a:t>
            </a:r>
          </a:p>
        </p:txBody>
      </p:sp>
    </p:spTree>
    <p:extLst>
      <p:ext uri="{BB962C8B-B14F-4D97-AF65-F5344CB8AC3E}">
        <p14:creationId xmlns:p14="http://schemas.microsoft.com/office/powerpoint/2010/main" val="1618285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D31EF0-48F5-47DC-9AC7-6D1AD1F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1A5FD-1CF1-4A68-A35E-1A33C818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工作轨迹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873E7-8DB3-472B-9C02-B3366CC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4595E-1149-45A1-9C6B-8966AE2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840"/>
            </a:solidFill>
            <a:prstDash val="solid"/>
          </a:ln>
        </p:spPr>
      </p:sp>
      <p:sp>
        <p:nvSpPr>
          <p:cNvPr id="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984C3CD-DA20-41CF-83F7-677F8461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跨 7 个自然周，从流程运行时走向 Agent 全栈交付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88497-CDFB-4540-A627-A9C8A7B1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7895C-760D-4C73-BB46-6443A4FF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署名提交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82357-590B-4493-82E9-315595A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526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142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C7961-7EF6-4E58-A478-BB0CA0D3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14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非合并提交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E9ED6-0735-49AB-A5BE-89174DBD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B0B07-53B0-4857-A475-912EB55A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活跃提交日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59FF2-9785-4187-82BA-E918F839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rPr>
              <a:t>Git 署名证据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B1470-9D64-4B6D-A0D7-C521CAFF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4648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工作范围不是突然切换，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而是从流程能力逐步走向 Agent 工程交付。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38B82-B9BB-43D4-8018-7B8B026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38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E5323-A2B9-4503-AC79-5D94136A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1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2550C-1B1F-43A3-9038-70C0C24C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07.09—07.29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CD892-3FA0-434D-80FC-6D3581C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Platform 运行时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5F790-2912-45FE-A039-F4A86CF2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M0—M6 · 契约、幂等、附件、会签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A3A7B-884B-48BC-9FFA-6DF4E72F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0425"/>
            <a:ext cx="11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509D9-8BD8-4D72-8271-68114C85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07.30—08.02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76CB1-BC9B-48A3-8A92-08D1945A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Agent Web 起步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66EBC-61AB-412D-A203-1B6341E2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M0—M2 · 会话、需求、流程预览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6FDA2-C909-45A1-8B5F-72698DAF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1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DEE41-2590-41BF-8690-BD03456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08.03—08.07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A4376-BE85-4263-B776-C4FDAE9B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质量闭环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2C9DC-EDAB-470A-A3A4-D7DD2F78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静态门禁 · Reviewer · 三轮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0AD73-E5E4-40BB-9B90-F4F235BA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0425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F7D53-00C0-4D65-956A-D93DF1D4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57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08.10—08.21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02163-CBAE-4361-AA85-761FF728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业务落地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57F94A-698A-4198-940B-CFD0E788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动态数据 · 业务入口 · 复杂金标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40FD5-CA49-4A32-8E5F-2A77EA78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84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20F06-0FF2-4507-A51C-0DB6A487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张琦 · 2026.07—08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1F2EED-28E8-4C88-B391-35AD514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工作轨迹</a:t>
            </a:r>
          </a:p>
        </p:txBody>
      </p:sp>
    </p:spTree>
    <p:extLst>
      <p:ext uri="{BB962C8B-B14F-4D97-AF65-F5344CB8AC3E}">
        <p14:creationId xmlns:p14="http://schemas.microsoft.com/office/powerpoint/2010/main" val="1375039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42FAE3-06B3-4B1A-B534-C6F1785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D4EF1-0179-4C71-A636-F59CD598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Agent Web｜70%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8C144-B9CC-49CB-BE13-907B50D7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7A741-9893-430A-92E2-B87B7591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7B6DD14-D820-4C5A-93C4-983D490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Agent 负责受限推理，确定性服务守住业务边界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B6EED-F78C-4C61-91D2-73683774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058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FF3C7-51F6-4DE6-B8E1-8062136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21A3D-F262-4A93-BC25-D46DFEDC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5C9D3-CE80-4B61-AC2B-EC445E3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43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交互层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16B13-C74C-469E-8166-73E0CC78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38375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Vue3 工作台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A6EED-1533-4690-8F49-3A90408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272F5-045A-4AEF-9B9E-C3785D74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47875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对话 · 需求/流程预览 · Monaco Diff · 质量报告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18A53-D72C-4250-A46B-4B663632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058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EE418-9B25-472B-9730-26569916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3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8C167-F40B-4BA6-BB9B-62BC6C79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E4C62-E68C-4D2F-930F-DBC9598E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00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编排层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839EF-6A68-4536-AC59-D597B93C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95675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Agent + 状态机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1D2BF-6D27-4E37-BBA3-D719A6D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1CCB3-FB0B-4B76-A14B-E43E471C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05175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Requirement · Generator · Reviewer · Repair · 三道门禁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42B4E-E563-4AC5-9DA9-7C3586E5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8058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6D0D1-ED3F-4910-B50F-B6ADED97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83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9E6A1-9409-4135-AB98-DA00F54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2D27F-79A8-4BD3-9880-67B505B1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57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执行层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8D098-5CE1-4B13-9F72-810C014E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52975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确定性服务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B372E-711A-4F94-BEBE-77B9AAFC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4F917-7C5E-4AB5-A63B-53412073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Platform API · 暂存区 · Safe Writer · Business 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E74EE-2C05-426D-B6C6-5CE4E256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71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三道人控门禁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FD4946-2F70-4C5C-AA36-4C465D6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0" cy="2876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F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159C2-F995-4F00-8DB6-715B7BFF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43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53D4C-D5BF-4DE1-9107-ED48E096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336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E48560-9084-4C41-B674-D1AE508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3362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确认结构化需求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4D51E-6964-4B5C-BCD2-773C2241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AA673A-765E-4CDE-8259-A957A21E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05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A71DF-0995-4D6C-85E3-4F149927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0517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确认流程并发布激活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8D28AA-6C93-4E8D-8C3A-F1A5CC96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50524E-6C06-4FFD-824D-E5646DFA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767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2ADAC-D7E7-4DCC-B5BA-C0403B1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7672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确认代码与质量结果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983A2B-E5E2-4B59-B95C-836555F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974731-510C-41AB-B623-5277D898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张琦 · 2026.07—08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28DE0B-B9A3-4F33-B19F-B6170A1A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Agent Web｜70%</a:t>
            </a:r>
          </a:p>
        </p:txBody>
      </p:sp>
    </p:spTree>
    <p:extLst>
      <p:ext uri="{BB962C8B-B14F-4D97-AF65-F5344CB8AC3E}">
        <p14:creationId xmlns:p14="http://schemas.microsoft.com/office/powerpoint/2010/main" val="1396668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02CA1-57FD-4854-851A-016164C1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4B85B-64F4-4BDA-8E1D-4ADDD73A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Agent Web｜70%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F1431-7157-4A7C-90C2-3E54D968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AA88-9849-4231-9757-D83691F6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9EE48AF-A36C-494F-962A-EB45009F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一次生成不等于完成，闭环验证才是工程交付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AA8EA-35D7-4518-B77F-8C1334B0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端到端交付链路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34F5F-BF91-4AB0-A52D-CE3DCFE7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质量修复循环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a899ee237410c"/>
          <a:srcRect xmlns:a="http://schemas.openxmlformats.org/drawingml/2006/main" l="3173" t="0" r="3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43100"/>
            <a:ext cx="5334000" cy="35623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0e3e08bfc491d"/>
          <a:srcRect xmlns:a="http://schemas.openxmlformats.org/drawingml/2006/main" l="3173" t="0" r="3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943100"/>
            <a:ext cx="5334000" cy="3562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958BF-EBFA-4F89-849D-2A06CCC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53340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0D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E62A3-A18D-4556-9783-DE8D5A67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53340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0D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ACB80-C37E-4E0D-9DE0-3A4AC4A0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业务需求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988EA-4B06-4337-8D9C-30E47C1E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96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结构化需求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8BCC5-509C-4282-8FE0-AA13C9DD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196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流程激活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7047B-7F0C-4013-974C-D7CC303F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196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前端生成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A8356-E823-4764-BD53-89846C30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质量验证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EA15A-E6C4-409E-A610-40169C0C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196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业务入口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D2A59-FAC5-4296-9D50-4B0A61B7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717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静态校验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6E901-97D7-49CA-B0B4-5A345E68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57550"/>
            <a:ext cx="1076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类型检查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测试 · 构建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F644B-3595-461A-BFA4-FB887417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57550"/>
            <a:ext cx="105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评审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92CAD-E404-4D0A-9EC9-10C1FC2B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7244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修复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C1C3A-83A8-4193-B901-A296DA43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重验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4D4E8-7F13-4D3E-A33A-31F7FD2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6732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29216-4B6F-4B8B-963A-6730C89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05425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≤ 3 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F7BC4-AAF6-43F9-9A7F-2924D462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15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硬门禁禁写 · 软门禁人工复核 · 无效/异常 Repair 回滚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257F1-426F-4CDC-93BF-3EB8189F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普通需求 5 文件 · 动态数据 7 文件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74017-A09A-4FDD-998E-E8F4431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2DD46-0EBD-4782-A9C4-42FAFE72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张琦 · 2026.07—08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C6A1D-4F37-4788-8BE6-62E7806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Agent Web｜70%</a:t>
            </a:r>
          </a:p>
        </p:txBody>
      </p:sp>
    </p:spTree>
    <p:extLst>
      <p:ext uri="{BB962C8B-B14F-4D97-AF65-F5344CB8AC3E}">
        <p14:creationId xmlns:p14="http://schemas.microsoft.com/office/powerpoint/2010/main" val="857547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76147C-7C67-4F6F-B111-76B7F3D3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DD56C-C6FA-4548-95A4-001F93C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Agent Web｜70%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66D04-60FC-40B8-82E9-B625BA25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F50D4-AD93-486F-A499-2895EE77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840"/>
            </a:solidFill>
            <a:prstDash val="solid"/>
          </a:ln>
        </p:spPr>
      </p:sp>
      <p:sp>
        <p:nvSpPr>
          <p:cNvPr id="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7B92580-BA8E-436C-9017-1659B909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复杂金标把“可生成”验证到“可运行”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B6EEE-EAFC-49B6-B918-C134E58E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rPr>
              <a:t>金标案例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AB407-86A0-45E8-8FCC-165A4020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21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仓单、国债（解）质押申请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B0E83-AF2F-4727-B3D0-1D894B0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4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0D2AD-C490-42F8-8A39-BD35DA04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覆盖流程、角色、附件、资金核查与动态数据，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验证完整业务场景。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C5F7F-5CCA-4358-9D88-73DD6CE0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rPr>
              <a:t>5 条业务规则 · 4 项资金核查 · 动态参考数据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D07DC-8B37-4A47-A72C-D83A4862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8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B6BEE-9355-4804-ACEC-AC5481B5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9519F-BDA1-4A15-98B3-31421E27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05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流程节点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EC23A-9B62-4911-BC1F-B5A20C4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8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79765-5989-45B3-BE41-1A637E79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76CFE-88CE-4F4D-AFC3-B2964833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流程连线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BF754-DE19-44D8-B3B2-D7F263D9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240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8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A843A-DCFE-4326-9EAC-CC43FA59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909C1-B5A5-43BE-A7F0-28BC5A1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05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表单字段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294D8-435A-4D44-B5B3-8C524D80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22479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697A8-D109-4EC1-8759-F75DD44B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957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EC24F-1641-4BF8-9F30-69C81D6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附件组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1FC10-4A45-48AE-A25E-1AC6078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57600"/>
            <a:ext cx="22479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686F5-441C-46FC-B755-81A2CA6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957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E6AA1-EBD1-4F43-AE4D-33517F0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672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参与角色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C6C81-67F7-45B4-85E2-F54C614D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8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9ECD5-90C5-43F0-9D69-390F1BA5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张琦 · 2026.07—08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1C9FF-5B5E-4D08-8659-A31A1C4A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95989F"/>
                </a:solidFill>
                <a:latin typeface="Microsoft YaHei UI"/>
                <a:ea typeface="Microsoft YaHei UI"/>
                <a:cs typeface="Microsoft YaHei UI"/>
              </a:rPr>
              <a:t>Agent Web｜70%</a:t>
            </a:r>
          </a:p>
        </p:txBody>
      </p:sp>
    </p:spTree>
    <p:extLst>
      <p:ext uri="{BB962C8B-B14F-4D97-AF65-F5344CB8AC3E}">
        <p14:creationId xmlns:p14="http://schemas.microsoft.com/office/powerpoint/2010/main" val="20039690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47A500-8B9B-4CB5-9C97-FD5FB461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4EE96-1F31-4093-8234-DBBB3D2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Platform + Business Base｜30%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6443A-D2BC-4559-9EA5-5E01FDF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3B43C-24AB-4205-A9C7-F8B8841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9484CC5-424B-42F5-9419-A6E82DD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底座工作让 Agent 产物真正进入业务链路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D8CE0-7CAC-4186-845C-FA524745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00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D2A75-9BB0-4A52-8B5C-9BF3CDEA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669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4C2C2-2C25-4371-8078-381AC14A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288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70884-128B-47A6-85F2-AA82F9C7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145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可靠运行时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352A8-9AE0-4B6D-8D5A-F2B6059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AABCD-17F6-49D0-BB68-2828252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66925"/>
            <a:ext cx="643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幂等 / CAS · 事务编排 / Outbox 接入 · 附件 · 会签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6783F-03D8-4406-ABB3-A507538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69887-0548-405D-BD21-CF24B58D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800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72FFE-2E7B-42A3-9AA5-D2BC3A37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81459-80DE-4AA3-9E1D-9980F8D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861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Business 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B45D5-021A-454D-9CE1-7ACCAB7E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718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业务承接层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69D5D-372F-40A0-B5DF-4AA2BF2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A0704-0790-40D3-A3C7-5FC0FD0E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643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业务大厅后端支撑 · 入口配置 · 通用发起 · 动态参考数据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00962-29AF-490F-BAF2-AC96D33D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2E6C1-F5D1-4960-B27B-D6370B0F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800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9411F-AF2D-4CF0-B405-E3C4100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815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28BDE-ECC6-4894-8062-3F7B907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Cross-module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30B79-8830-4F41-A7F1-3735FA24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完整业务闭环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DD35A-C5BF-4E00-A66C-662C9254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76AAD-CCEF-4ED3-85C5-921E38E4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81525"/>
            <a:ext cx="643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Agent 生成 → 入口登记 → 发起流程 → 运行执行 → 知会反馈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FC9A5-A5E9-49E4-AD28-7B5C9E1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462E0-3FC0-4118-8B07-BA75B55E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Agent 生成  →  入口登记  →  发起流程  →  运行执行  →  知会反馈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BB3A1-67A4-4830-B599-4790F0D5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A41B2-FC5E-4FFD-8B27-7A715A66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张琦 · 2026.07—08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A3E66B-820A-4023-BC65-0E5F3EDE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Platform + Business Base｜30%</a:t>
            </a:r>
          </a:p>
        </p:txBody>
      </p:sp>
    </p:spTree>
    <p:extLst>
      <p:ext uri="{BB962C8B-B14F-4D97-AF65-F5344CB8AC3E}">
        <p14:creationId xmlns:p14="http://schemas.microsoft.com/office/powerpoint/2010/main" val="821755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2336B-5948-4698-9B79-F64A60D5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18152-FFD9-4308-A947-92C7209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成长与思考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1C43C-7F33-4BD9-B229-A1CBB8F7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D27DE-67FE-43EC-82BB-734737C4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EE02301-72E9-4B89-A401-E95848A7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成长不只在技术栈，更在工程判断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AC4E7-9FDF-4B19-BDC3-5BCA1BA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0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功能能跑，只是起点。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2A1B6-99BB-4D5A-B056-A70CB4CD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还要追问边界是否明确、失败能否恢复、证据能否追溯。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72941-A7F1-4D02-9DF1-B63494D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0D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7E927-4568-4395-A703-6D76E75C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3FD79-B8DF-4E04-99EA-1C94760B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147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技术成长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14CFF-25E0-4FA4-AC5A-E3AA6861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从流程后端到 Agent 全栈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5B15F-DA9A-4F2C-8522-0D94EB25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Java / Spring → Vue / NestJS / SSE → LLM Agent / 质量流水线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CCBEE-3974-4A5B-BF34-A750BBB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47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0D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DC1EA-22AE-486D-B07A-89D516D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64A90-E0CF-4B15-96EC-C4B85B2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147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价值输出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1569C-BF1A-4FC7-B421-9D2CF049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8145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把不确定性装进工程边界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D373B-1FC1-427B-8AA5-B857347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契约 · 人工门禁 · 幂等 · 诊断 · Repair · 回归验证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3AF01-A528-4412-81F6-E8AF65F6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2F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0F5CB-59E0-420B-958C-79871C2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14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4FD9C-DAA4-4DCD-BDBA-471C80CA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147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优化建议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FE52F-9D12-4C22-AC3A-06F411E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让闭环持续可衡量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1D036-EA3D-485A-96FB-3BBFDE07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76800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金标回归集 · 质量指标看板 · 失败分类 · 全链路可观测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86E5A-C7F8-4E0E-B6C5-30D4C2D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6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AA06F-6D9F-46F1-9761-D39192C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张琦 · 2026.07—08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452A7-0DCD-4482-BD6C-C22A5A7C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成长与思考</a:t>
            </a:r>
          </a:p>
        </p:txBody>
      </p:sp>
    </p:spTree>
    <p:extLst>
      <p:ext uri="{BB962C8B-B14F-4D97-AF65-F5344CB8AC3E}">
        <p14:creationId xmlns:p14="http://schemas.microsoft.com/office/powerpoint/2010/main" val="17799821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1DA08-4CC2-495E-B2EF-FEF5B791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81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4BF12-D089-4EEE-A612-3DF7E8D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67C26-4CF7-4A61-92C5-C80797E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CBCE5AA-0147-442B-8D6A-2A343D6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867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让 AI 能力落在可验证的业务结果上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F2672-1A14-40DB-A7AF-C7BDC011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A822B-7013-4712-9701-1F23E52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Agent / AI 全栈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44A3A-C327-42EB-8FEA-E21C9155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DCE5FF"/>
                </a:solidFill>
                <a:latin typeface="Microsoft YaHei UI"/>
                <a:ea typeface="Microsoft YaHei UI"/>
                <a:cs typeface="Microsoft YaHei UI"/>
              </a:rPr>
              <a:t>保持对具体业务场景与团队需求的开放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32C0E-E81C-4556-A8E7-84D3AEA3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张琦 · 24 岁 · 苏州大学 · 计算机科学与技术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53B04-BBFB-4249-B692-D053C7E4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9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三点收束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B31AF-EBC1-4F3E-BFD7-0A5FF19E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C6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C8FBE-F5C9-44C7-A750-99BCA3D6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622FF-80C9-450A-9F66-FE63C3C3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430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做成闭环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36D6F-9302-4347-AA26-A0B7C53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自然语言 → 流程 → 代码 → 业务入口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F377D-9EFD-43D9-84E9-8C5EAD2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C6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8DCB7-A732-4210-890C-F70BEA94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B1D1E-A177-4309-8E22-FF0B996D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做稳边界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6F2C2-4A85-4078-A09F-4D2E2A9B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433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契约、门禁、幂等、回归与恢复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79C12-FAD9-4374-B803-F2C9AA1A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F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70F39-01D6-494F-8C29-F5DFC626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B387B-037A-4FD7-8E90-C58310ED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0B0D12"/>
                </a:solidFill>
                <a:latin typeface="Microsoft YaHei UI"/>
                <a:ea typeface="Microsoft YaHei UI"/>
                <a:cs typeface="Microsoft YaHei UI"/>
              </a:rPr>
              <a:t>继续成长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5EE71-2B49-40BF-B37C-5078340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4686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5686F"/>
                </a:solidFill>
                <a:latin typeface="Microsoft YaHei UI"/>
                <a:ea typeface="Microsoft YaHei UI"/>
                <a:cs typeface="Microsoft YaHei UI"/>
              </a:rPr>
              <a:t>秋招将优先关注 Agent / AI 全栈方向；如果公司后续有相匹配的业务场景与岗位，也期待结合双方发展方向继续沟通。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4E3D2-9E6F-4389-8F61-2F17E719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286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02FA7"/>
                </a:solidFill>
                <a:latin typeface="Microsoft YaHei UI"/>
                <a:ea typeface="Microsoft YaHei UI"/>
                <a:cs typeface="Microsoft YaHei U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95595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2026-08-23T13:05:15.6820000Z</dcterms:created>
  <dcterms:modified xsi:type="dcterms:W3CDTF">2026-08-23T13:05:15.6820000Z</dcterms:modified>
</coreProperties>
</file>